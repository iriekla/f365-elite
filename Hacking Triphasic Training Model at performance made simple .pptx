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15c71531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15c7153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9b7f1633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a9b7f163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9b7f1627c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9b7f162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b7f1627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b7f162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a9b7f1627c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a9b7f162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9b7f16330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a9b7f1633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riphasictraining.com/training-recommendation-10-20-calculator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triphasictraining.com/training-recommendation-10-20-calculator/" TargetMode="External"/><Relationship Id="rId4" Type="http://schemas.openxmlformats.org/officeDocument/2006/relationships/hyperlink" Target="https://www.xlathlete.com/blog/triphasic-training-13-training-zones-loading-parameters-and-guidelin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Hacking Triphasic Training for </a:t>
            </a:r>
            <a:r>
              <a:rPr lang="en-US"/>
              <a:t>Accelerated</a:t>
            </a:r>
            <a:r>
              <a:rPr lang="en-US"/>
              <a:t> Periodization Development 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54"/>
            <a:ext cx="9144000" cy="224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/>
              <a:t>Cal Dietz</a:t>
            </a:r>
            <a:endParaRPr sz="3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/>
              <a:t>The purpose is to speed up P</a:t>
            </a:r>
            <a:r>
              <a:rPr lang="en-US" sz="3600"/>
              <a:t>eriodization</a:t>
            </a:r>
            <a:r>
              <a:rPr lang="en-US" sz="3600"/>
              <a:t> 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Hacking Triphasic Training for Accelerated Periodization Development </a:t>
            </a:r>
            <a:endParaRPr/>
          </a:p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1524000" y="3602054"/>
            <a:ext cx="9144000" cy="224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chemeClr val="hlink"/>
                </a:solidFill>
                <a:hlinkClick r:id="rId3"/>
              </a:rPr>
              <a:t>performancemadesimple.com</a:t>
            </a:r>
            <a:r>
              <a:rPr lang="en-US" sz="3600"/>
              <a:t> </a:t>
            </a:r>
            <a:r>
              <a:rPr lang="en-US" sz="3600"/>
              <a:t> 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Hacking Triphasic Training for Accelerated Periodization Development </a:t>
            </a:r>
            <a:endParaRPr/>
          </a:p>
        </p:txBody>
      </p:sp>
      <p:sp>
        <p:nvSpPr>
          <p:cNvPr id="97" name="Google Shape;97;p15"/>
          <p:cNvSpPr txBox="1"/>
          <p:nvPr>
            <p:ph idx="1" type="subTitle"/>
          </p:nvPr>
        </p:nvSpPr>
        <p:spPr>
          <a:xfrm>
            <a:off x="1524000" y="3602058"/>
            <a:ext cx="9144000" cy="273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/>
              <a:t>Isometric Hack</a:t>
            </a:r>
            <a:endParaRPr sz="3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/>
              <a:t> </a:t>
            </a:r>
            <a:endParaRPr sz="3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/>
              <a:t> 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Hacking Triphasic Training for Accelerated Periodization Development </a:t>
            </a:r>
            <a:endParaRPr/>
          </a:p>
        </p:txBody>
      </p:sp>
      <p:sp>
        <p:nvSpPr>
          <p:cNvPr id="103" name="Google Shape;103;p16"/>
          <p:cNvSpPr txBox="1"/>
          <p:nvPr>
            <p:ph idx="1" type="subTitle"/>
          </p:nvPr>
        </p:nvSpPr>
        <p:spPr>
          <a:xfrm>
            <a:off x="1524000" y="3602058"/>
            <a:ext cx="9144000" cy="273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/>
              <a:t>Typical Triphasic Model - ECC ISO CON</a:t>
            </a:r>
            <a:endParaRPr sz="3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/>
              <a:t> 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Hacking Triphasic Training for Accelerated Periodization Development </a:t>
            </a:r>
            <a:endParaRPr/>
          </a:p>
        </p:txBody>
      </p:sp>
      <p:sp>
        <p:nvSpPr>
          <p:cNvPr id="109" name="Google Shape;109;p17"/>
          <p:cNvSpPr txBox="1"/>
          <p:nvPr>
            <p:ph idx="1" type="subTitle"/>
          </p:nvPr>
        </p:nvSpPr>
        <p:spPr>
          <a:xfrm>
            <a:off x="1524000" y="3602058"/>
            <a:ext cx="9144000" cy="273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/>
              <a:t>Eccentric Hack </a:t>
            </a:r>
            <a:endParaRPr sz="3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/>
              <a:t> 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ctrTitle"/>
          </p:nvPr>
        </p:nvSpPr>
        <p:spPr>
          <a:xfrm>
            <a:off x="1524000" y="1122386"/>
            <a:ext cx="9144000" cy="4482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https://triphasictraining.com/training-recommendation-10-20-calculator/-tool/</a:t>
            </a:r>
            <a:endParaRPr sz="7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https://www.xlathlete.com/blog/triphasic-training-13-training-zones-loading-parameters-and-guidelines/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